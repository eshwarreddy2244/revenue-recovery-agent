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Revenue Recovery Agent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4D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safety-gated, deterministic pipeline for recovering failed payments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Razorpay Buildathon  ·  AI Revenue Recovery Track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6035040"/>
            <a:ext cx="2194560" cy="54864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9E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Failed payments are silent revenue leaks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1F4F8"/>
          </a:solidFill>
          <a:ln w="12700">
            <a:solidFill>
              <a:srgbClr val="DADFE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965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Money left on the table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meaningful share of failed payments would succeed on a simple retry or a nudge — most teams never follow up systematically.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5112" y="173736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1F4F8"/>
          </a:solidFill>
          <a:ln w="12700">
            <a:solidFill>
              <a:srgbClr val="DADFE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99432" y="1965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 recovery doesn't scale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99432" y="278892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Support and collections teams can't individually review every failed transaction, so most just get written off.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1584" y="173736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1F4F8"/>
          </a:solidFill>
          <a:ln w="12700">
            <a:solidFill>
              <a:srgbClr val="DADFE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75904" y="1965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Automation is risky without guardrails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75904" y="278892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automated system that ignores opt-outs or disputes creates compliance and trust problems worse than the revenue it recovers.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Revenue Recovery Agent  ·  Razorpay Buildathon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9E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pipeline: diagnose, gate, act, escalate, report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B2A4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Diagnose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Deterministic bucket classifier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51760" y="278892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80360" y="23774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88036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17520" y="30632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Pure safety check, every step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92040" y="278892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20640" y="23774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B2A4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12064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57800" y="30632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LTV-aware retry / payment link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2320" y="278892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60920" y="23774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6092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Escalate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0" y="30632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Priority-scored human queue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72600" y="278892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01200" y="23774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B2A4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60120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Report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38360" y="30632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C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 at risk vs. recovered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stage is a small, independently unit-tested Python module — nothing safety-critical depends on an LLM.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0292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9E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151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40080" y="5669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unit tests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06240" y="50292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9E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4206240" y="5669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SQLite tables for audit + history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0" y="50292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9E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7772400" y="5669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LLM calls on the money-decision path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Revenue Recovery Agent  ·  Razorpay Buildathon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9E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SAFETY GATE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pure function decides — every step, no exceptions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check_gate(event, diagnosis, proposed_action)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</a:rPr>
              <a:t>No network. No randomness. No LLM. Same input, same output, always.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85A3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OPT_OUT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16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Always blocks — hard halt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44728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85A3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3447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4472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DISPUTE_RAISED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34472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Always blocks — hard halt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40142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401421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TOUCH_CAP_EXCEEDED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401421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Blocks after 3 touches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581144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5811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458114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DISCOUNT_CAP_EXCEEDED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66160" y="458114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Blocks above 5% discount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28523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Hard halts always win — a disputed, over-touched, over-discounted case still blocks for the dispute reason.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169164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0F1A2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76656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demo: dispute mid-sequence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0" y="246888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  smart_retry     → fails to recover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(dispute lands on the case)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  send_payment_link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gate re-checks first...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decision: BLOCK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reason: DISPUTE_RAISED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plink_id: null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766560" y="50292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C4D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payment link was ever created after the dispute was detected — verified by 151 tests, not just this one demo.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Revenue Recovery Agent  ·  Razorpay Buildathon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9E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SMARTER THAN ONE-SIZE-FITS-ALL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LTV-aware action plans — still fully gated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every case deserves the same 3-step cadence.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F1F4F8"/>
          </a:solidFill>
          <a:ln w="12700">
            <a:solidFill>
              <a:srgbClr val="DADF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4688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Standard plan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LOW / MEDIUM LTV, or any BEHAVIORAL failure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0F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smart_retry  (T+0h)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0F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send_payment_link  (T+24h)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0F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  (T+72h)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28600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F1F4F8"/>
          </a:solidFill>
          <a:ln w="12700">
            <a:solidFill>
              <a:srgbClr val="DADFE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09360" y="24688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Fast-track plan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834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 LTV customers, non-behavioral failures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329184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0F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send_payment_link  (T+0h)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0F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  (T+24h)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250" dirty="0">
                <a:solidFill>
                  <a:srgbClr val="0F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resolves a full day sooner —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3492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 on this batch: HIGH-LTV cohort recovery 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623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9E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59.7%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200400" y="5852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vs. ~52% for LOW/MEDIUM tiers on the same batch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Revenue Recovery Agent  ·  Razorpay Buildathon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9E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NOTHING IS A DEAD 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Blocked and unrecovered cases become a priority queue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case the gate BLOCKS, or that runs its full sequence UNRECOVERED, gets a ticket — routed, explained, and scored.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Reason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4904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Route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Priority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98648"/>
            <a:ext cx="8412480" cy="0"/>
          </a:xfrm>
          <a:prstGeom prst="line">
            <a:avLst/>
          </a:prstGeom>
          <a:noFill/>
          <a:ln w="9525">
            <a:solidFill>
              <a:srgbClr val="DADFE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29718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DISPUTE_RAISED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29718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DISPUTE_RESOLUTION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0" y="29718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HIGH/MED/LOW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55848"/>
            <a:ext cx="8412480" cy="0"/>
          </a:xfrm>
          <a:prstGeom prst="line">
            <a:avLst/>
          </a:prstGeom>
          <a:noFill/>
          <a:ln w="9525">
            <a:solidFill>
              <a:srgbClr val="DADFE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34290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DISCOUNT_CAP_EXCEEDED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34290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 (rejected, no escalation)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34290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13048"/>
            <a:ext cx="8412480" cy="0"/>
          </a:xfrm>
          <a:prstGeom prst="line">
            <a:avLst/>
          </a:prstGeom>
          <a:noFill/>
          <a:ln w="9525">
            <a:solidFill>
              <a:srgbClr val="DADFE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38862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TOUCH_CAP_EXCEEDED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38862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RETENTION (only if high-value/HIGH tier)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3886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HIGH/MED, tier-gated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70248"/>
            <a:ext cx="8412480" cy="0"/>
          </a:xfrm>
          <a:prstGeom prst="line">
            <a:avLst/>
          </a:prstGeom>
          <a:noFill/>
          <a:ln w="9525">
            <a:solidFill>
              <a:srgbClr val="DADFE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8640" y="43434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UNRECOVERED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49040" y="43434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43434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HIGH/MED/LOW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727448"/>
            <a:ext cx="8412480" cy="0"/>
          </a:xfrm>
          <a:prstGeom prst="line">
            <a:avLst/>
          </a:prstGeom>
          <a:noFill/>
          <a:ln w="9525">
            <a:solidFill>
              <a:srgbClr val="DADFE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48640" y="48006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OPT_OUT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49040" y="48006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 (compliance log only)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48006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235440" y="2514600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0F1A2B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464040" y="2697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Priority score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464040" y="30632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8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reason + amount + LTV tier → HIGH / MEDIUM / LOW / NONE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464040" y="402336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9C4D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Triage aid only — never overrides what the gate allowed or blocked.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Revenue Recovery Agent  ·  Razorpay Buildathon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9E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HONEST ABOUT WHAT'S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Razorpay API, simulated where it has to be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8288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011680" y="18288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A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Payment link creation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0" y="182880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Razorpay TEST-mode API, idempotent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23591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0" y="235915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A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Diagnosis / gate / sequencing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0" y="2359152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Real, deterministic, 151 unit tests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889504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288950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11680" y="288950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A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Audit log, escalations, run history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0" y="2889504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SQLite database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19856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341985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SIMULATED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11680" y="341985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A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Smart retry outcome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0" y="3419856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Simulated — no retry endpoint exists in test mode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8640" y="395020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SIMULATED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11680" y="39502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A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T+24h / T+72h delays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0" y="3950208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Simulated / accelerated clock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BA7517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48640" y="44805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SIMULATED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011680" y="44805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A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Payment completion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0" y="448056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Simulated probability by failure bucket + LTV tier (adapters/confirmation.py)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5349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Stack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Python 3.12  ·  Streamlit  ·  SQLite  ·  Razorpay SDK  ·  Groq (llama-3.3-70b)  ·  pytest  ·  Docker  ·  GitHub Actions CI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Revenue Recovery Agent  ·  Razorpay Buildathon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Built to be trusted, not just to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4D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Deterministic where it's safety-critical. AI only where a mistake costs nothing but a word choice.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151 passing tests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Live dispute-halt demo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Idempotent real Razorpay links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166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Priority-scored escalation queue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6035040"/>
            <a:ext cx="2194560" cy="54864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Revenue Recovery Agent  ·  Razorpay Buildathon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2026-08-23T09:54:17Z</dcterms:created>
  <dcterms:modified xsi:type="dcterms:W3CDTF">2026-08-23T09:54:17Z</dcterms:modified>
</cp:coreProperties>
</file>